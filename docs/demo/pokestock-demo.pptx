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a8c3416124866" /><Relationship Type="http://schemas.openxmlformats.org/officeDocument/2006/relationships/extended-properties" Target="/docProps/app.xml" Id="R8d96706f91d947a9" /><Relationship Type="http://schemas.openxmlformats.org/officeDocument/2006/relationships/officeDocument" Target="/ppt/presentation.xml" Id="Radd6e1640008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698e6414cd44dd"/>
  </p:sldMasterIdLst>
  <p:notesMasterIdLst>
    <p:notesMasterId xmlns:r="http://schemas.openxmlformats.org/officeDocument/2006/relationships" r:id="Rb07008598d264aa9"/>
  </p:notesMasterIdLst>
  <p:sldIdLst>
    <p:sldId xmlns:r="http://schemas.openxmlformats.org/officeDocument/2006/relationships" id="256" r:id="R967055e3e3064dc8"/>
    <p:sldId xmlns:r="http://schemas.openxmlformats.org/officeDocument/2006/relationships" id="257" r:id="Ra2fe82fc8ed94a1d"/>
    <p:sldId xmlns:r="http://schemas.openxmlformats.org/officeDocument/2006/relationships" id="258" r:id="R8017e602c8094829"/>
    <p:sldId xmlns:r="http://schemas.openxmlformats.org/officeDocument/2006/relationships" id="259" r:id="Raca9b9ccd3924293"/>
    <p:sldId xmlns:r="http://schemas.openxmlformats.org/officeDocument/2006/relationships" id="260" r:id="R60e8f37637b744c6"/>
    <p:sldId xmlns:r="http://schemas.openxmlformats.org/officeDocument/2006/relationships" id="261" r:id="R740a17de91c64292"/>
    <p:sldId xmlns:r="http://schemas.openxmlformats.org/officeDocument/2006/relationships" id="262" r:id="Rdbb0cd4f86f84997"/>
    <p:sldId xmlns:r="http://schemas.openxmlformats.org/officeDocument/2006/relationships" id="263" r:id="R37096e8595bb45d7"/>
    <p:sldId xmlns:r="http://schemas.openxmlformats.org/officeDocument/2006/relationships" id="264" r:id="R1b772e7eed4e4578"/>
    <p:sldId xmlns:r="http://schemas.openxmlformats.org/officeDocument/2006/relationships" id="265" r:id="R8aa57c17e2f94f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628f3e5ed4085" /><Relationship Type="http://schemas.openxmlformats.org/officeDocument/2006/relationships/slideMaster" Target="/ppt/slideMasters/slideMaster1.xml" Id="R12698e6414cd44dd" /><Relationship Type="http://schemas.openxmlformats.org/officeDocument/2006/relationships/notesMaster" Target="/ppt/notesMasters/notesMaster1.xml" Id="Rb07008598d264aa9" /><Relationship Type="http://schemas.openxmlformats.org/officeDocument/2006/relationships/presProps" Target="/ppt/presProps.xml" Id="Rb81f9ddaced740a0" /><Relationship Type="http://schemas.openxmlformats.org/officeDocument/2006/relationships/tableStyles" Target="/ppt/tableStyles.xml" Id="Rb475da37b20c4a8f" /><Relationship Type="http://schemas.openxmlformats.org/officeDocument/2006/relationships/slide" Target="/ppt/slides/slide1.xml" Id="R967055e3e3064dc8" /><Relationship Type="http://schemas.openxmlformats.org/officeDocument/2006/relationships/slide" Target="/ppt/slides/slide2.xml" Id="Ra2fe82fc8ed94a1d" /><Relationship Type="http://schemas.openxmlformats.org/officeDocument/2006/relationships/slide" Target="/ppt/slides/slide3.xml" Id="R8017e602c8094829" /><Relationship Type="http://schemas.openxmlformats.org/officeDocument/2006/relationships/slide" Target="/ppt/slides/slide4.xml" Id="Raca9b9ccd3924293" /><Relationship Type="http://schemas.openxmlformats.org/officeDocument/2006/relationships/slide" Target="/ppt/slides/slide5.xml" Id="R60e8f37637b744c6" /><Relationship Type="http://schemas.openxmlformats.org/officeDocument/2006/relationships/slide" Target="/ppt/slides/slide6.xml" Id="R740a17de91c64292" /><Relationship Type="http://schemas.openxmlformats.org/officeDocument/2006/relationships/slide" Target="/ppt/slides/slide7.xml" Id="Rdbb0cd4f86f84997" /><Relationship Type="http://schemas.openxmlformats.org/officeDocument/2006/relationships/slide" Target="/ppt/slides/slide8.xml" Id="R37096e8595bb45d7" /><Relationship Type="http://schemas.openxmlformats.org/officeDocument/2006/relationships/slide" Target="/ppt/slides/slide9.xml" Id="R1b772e7eed4e4578" /><Relationship Type="http://schemas.openxmlformats.org/officeDocument/2006/relationships/slide" Target="/ppt/slides/slide10.xml" Id="R8aa57c17e2f94f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9f59a76bf41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a3b12ef06a48be" /><Relationship Type="http://schemas.openxmlformats.org/officeDocument/2006/relationships/notesMaster" Target="/ppt/notesMasters/notesMaster1.xml" Id="Re314023629f147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af5d53d364637" /><Relationship Type="http://schemas.openxmlformats.org/officeDocument/2006/relationships/notesMaster" Target="/ppt/notesMasters/notesMaster1.xml" Id="Rd19d9104be2549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fcf2dc55274155" /><Relationship Type="http://schemas.openxmlformats.org/officeDocument/2006/relationships/notesMaster" Target="/ppt/notesMasters/notesMaster1.xml" Id="R1f6e9b3bd6ec44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d112634534475" /><Relationship Type="http://schemas.openxmlformats.org/officeDocument/2006/relationships/notesMaster" Target="/ppt/notesMasters/notesMaster1.xml" Id="R702fe6e4fb4f46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366318f674c03" /><Relationship Type="http://schemas.openxmlformats.org/officeDocument/2006/relationships/notesMaster" Target="/ppt/notesMasters/notesMaster1.xml" Id="R4d8998cb9d6348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f8f74d0514d20" /><Relationship Type="http://schemas.openxmlformats.org/officeDocument/2006/relationships/notesMaster" Target="/ppt/notesMasters/notesMaster1.xml" Id="R0d0ecc7fe3a2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152fb088d4c69" /><Relationship Type="http://schemas.openxmlformats.org/officeDocument/2006/relationships/notesMaster" Target="/ppt/notesMasters/notesMaster1.xml" Id="R33411a496d2f4c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8602ae7304ecb" /><Relationship Type="http://schemas.openxmlformats.org/officeDocument/2006/relationships/notesMaster" Target="/ppt/notesMasters/notesMaster1.xml" Id="Rcb984c65629a42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c0d107ae1349a7" /><Relationship Type="http://schemas.openxmlformats.org/officeDocument/2006/relationships/notesMaster" Target="/ppt/notesMasters/notesMaster1.xml" Id="R20f759cb1ae246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8f80d3b2b476e" /><Relationship Type="http://schemas.openxmlformats.org/officeDocument/2006/relationships/notesMaster" Target="/ppt/notesMasters/notesMaster1.xml" Id="R41c05c32a603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ec53eb739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8efa01a334ade" /><Relationship Type="http://schemas.openxmlformats.org/officeDocument/2006/relationships/slideLayout" Target="/ppt/slideLayouts/slideLayout1.xml" Id="Rcec44031c16e4c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c44031c16e4c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fb20e2f644157" /><Relationship Type="http://schemas.openxmlformats.org/officeDocument/2006/relationships/image" Target="/ppt/media/image.png" Id="R1dbb9e7650574e78" /><Relationship Type="http://schemas.openxmlformats.org/officeDocument/2006/relationships/notesSlide" Target="/ppt/notesSlides/notesSlide1.xml" Id="Ra6fd01374e6a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8a8f16e664c4f" /><Relationship Type="http://schemas.openxmlformats.org/officeDocument/2006/relationships/image" Target="/ppt/media/image2.png" Id="R34a9ed6a9f0f4a9c" /><Relationship Type="http://schemas.openxmlformats.org/officeDocument/2006/relationships/notesSlide" Target="/ppt/notesSlides/notesSlide2.xml" Id="Rffd35c2f512042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4a325a79d418c" /><Relationship Type="http://schemas.openxmlformats.org/officeDocument/2006/relationships/notesSlide" Target="/ppt/notesSlides/notesSlide3.xml" Id="R52f5be599ce3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5f5ed0df94ede" /><Relationship Type="http://schemas.openxmlformats.org/officeDocument/2006/relationships/image" Target="/ppt/media/image3.png" Id="Red2f2662f3cd48be" /><Relationship Type="http://schemas.openxmlformats.org/officeDocument/2006/relationships/notesSlide" Target="/ppt/notesSlides/notesSlide4.xml" Id="R76b78db16f2e4a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5a84a8a345f9" /><Relationship Type="http://schemas.openxmlformats.org/officeDocument/2006/relationships/image" Target="/ppt/media/image4.png" Id="R694c5e74f0e34b27" /><Relationship Type="http://schemas.openxmlformats.org/officeDocument/2006/relationships/notesSlide" Target="/ppt/notesSlides/notesSlide5.xml" Id="R2bf6827f1ec146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1ef2d7c9c4dcb" /><Relationship Type="http://schemas.openxmlformats.org/officeDocument/2006/relationships/notesSlide" Target="/ppt/notesSlides/notesSlide6.xml" Id="R5b44cda97cce42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2b6831504449" /><Relationship Type="http://schemas.openxmlformats.org/officeDocument/2006/relationships/image" Target="/ppt/media/image5.png" Id="R511ddf0d651d460e" /><Relationship Type="http://schemas.openxmlformats.org/officeDocument/2006/relationships/notesSlide" Target="/ppt/notesSlides/notesSlide7.xml" Id="R0445e83eea6741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12a61afd74020" /><Relationship Type="http://schemas.openxmlformats.org/officeDocument/2006/relationships/image" Target="/ppt/media/image6.png" Id="R52bfcd221e5e4b2c" /><Relationship Type="http://schemas.openxmlformats.org/officeDocument/2006/relationships/notesSlide" Target="/ppt/notesSlides/notesSlide8.xml" Id="Rfe11851b84b041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25b9432b04366" /><Relationship Type="http://schemas.openxmlformats.org/officeDocument/2006/relationships/notesSlide" Target="/ppt/notesSlides/notesSlide9.xml" Id="R4868bb5b4c2248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f6f22bf6e4598" /><Relationship Type="http://schemas.openxmlformats.org/officeDocument/2006/relationships/notesSlide" Target="/ppt/notesSlides/notesSlide10.xml" Id="Rf6f8d5b1d7f541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9e7650574e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81639-5E95-4363-8E7A-BF423FE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7690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A0A49-0201-4276-AC9E-22EC064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74B"/>
                </a:solidFill>
              </a:defRPr>
            </a:pPr>
            <a:r>
              <a:rPr sz="975" b="1">
                <a:solidFill>
                  <a:srgbClr val="FFD74B"/>
                </a:solidFill>
              </a:rPr>
              <a:t>CANADIAN COLLECTORS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FA3D8-78C6-4B19-98F6-C1A3B41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Catch fair-price Pokémon TCG drops before sellout.</a:t>
            </a:r>
          </a:p>
        </p:txBody>
      </p:sp>
    </p:spTree>
    <p:extLst>
      <p:ext uri="{BB962C8B-B14F-4D97-AF65-F5344CB8AC3E}">
        <p14:creationId xmlns:p14="http://schemas.microsoft.com/office/powerpoint/2010/main" val="1154910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35F25-D11B-4DFC-A37D-61DCA7BD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THE COLLECTOR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3F654-BAA1-45A1-A2CC-A752064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The useful moment happens before stock goes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5CAAF-17B0-489D-BBAD-989E459B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Official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56755-4FD1-4A07-BDB5-07188E1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When Pokémon says the product launches.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9CC23-F7CE-47C4-9052-11995E5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First Canadian 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1D4C4-E3F1-4C6A-83C2-39432E7E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When collectors can actually preorder or buy.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B68DB-4D71-4527-975F-662E9DAB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Current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4F8CE-AAA1-4034-BCBC-769690D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A dated observation—not a permanent stock guarantee.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9ed6a9f0f4a9c"/>
          <a:srcRect xmlns:a="http://schemas.openxmlformats.org/drawingml/2006/main" l="0" t="42511" r="0" b="42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257300"/>
            <a:ext cx="72009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A2EEB-0718-4AF3-814F-4A908C8C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F0BAC-F514-472C-AC82-4E744B2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99DF8-51A6-4597-9A6D-183FD9D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PokéStock separates release dates, buying dates, and current stock.</a:t>
            </a:r>
          </a:p>
        </p:txBody>
      </p:sp>
    </p:spTree>
    <p:extLst>
      <p:ext uri="{BB962C8B-B14F-4D97-AF65-F5344CB8AC3E}">
        <p14:creationId xmlns:p14="http://schemas.microsoft.com/office/powerpoint/2010/main" val="1287186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827D3-061F-42D6-ADF4-27429B5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SOURCE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CE16C-0CC1-4B0C-83B6-2CCF3F3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Public signals become validated collector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3FC3A-4F93-443C-BC17-83479C1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032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5A53"/>
          </a:solidFill>
          <a:ln xmlns:a="http://schemas.openxmlformats.org/drawingml/2006/main" w="0">
            <a:solidFill>
              <a:srgbClr val="ED5A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3A4CF-CF4F-47F8-94C5-40C8282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5A53"/>
          </a:solidFill>
          <a:ln xmlns:a="http://schemas.openxmlformats.org/drawingml/2006/main" w="0">
            <a:solidFill>
              <a:srgbClr val="ED5A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A2ADC-618F-4D4B-90E5-B820786F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5A53"/>
          </a:solidFill>
          <a:ln xmlns:a="http://schemas.openxmlformats.org/drawingml/2006/main" w="0">
            <a:solidFill>
              <a:srgbClr val="ED5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BE118-5CBB-4C01-A62A-5D67CEC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0325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5A53"/>
          </a:solidFill>
          <a:ln xmlns:a="http://schemas.openxmlformats.org/drawingml/2006/main" w="0">
            <a:solidFill>
              <a:srgbClr val="ED5A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D60E-D402-4421-A040-5E44556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1EC4C-171C-4DB2-B1CC-BF2FEFEB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OFFICIAL NEWS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9564B-DABD-465A-AAE1-3E41E04C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Dated product and release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B4BC7-6BC4-4429-9741-05708BA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240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994BC-A1AD-4B54-B785-7E52E52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526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879D4-D0B2-4470-B2B7-5450606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146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Products, regions, events, and 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12C09-6B2F-4AE5-81F4-D7CC841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240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74B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0774C-55A2-4528-B8C1-2ECCDEB6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ED480-DE4A-4A6F-AD68-F4F26844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Optional GPT outlook from supplied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A565E-7C5D-41FB-82C0-1785F1E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2DAF1-A6E2-4356-84CC-9FF8D39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BD9B4-EE77-4835-8A25-04CD3B6F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Deterministic state and regional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1C85A-6BF9-487D-9CC2-D05A8C3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24D80-C630-4FD6-8F9A-1CD2DBC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526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8C889-56F7-42D8-80E3-8E42B66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Website data and change-only alerts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6C6B9-772F-4031-8CFE-FAFF88CF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2E"/>
                </a:solidFill>
              </a:defRPr>
            </a:pPr>
            <a:r>
              <a:rPr sz="2025" b="1">
                <a:solidFill>
                  <a:srgbClr val="102A2E"/>
                </a:solidFill>
              </a:rPr>
              <a:t>One evidence chain powers both the dashboard and alerts.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A9775-52C7-4AA5-B099-4963D065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23C80-364F-4948-95C2-28EF289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CF0F7-C17D-417C-AF50-DC6CA2F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Every alert remains linked to the dated signal that caused it.</a:t>
            </a:r>
          </a:p>
        </p:txBody>
      </p:sp>
    </p:spTree>
    <p:extLst>
      <p:ext uri="{BB962C8B-B14F-4D97-AF65-F5344CB8AC3E}">
        <p14:creationId xmlns:p14="http://schemas.microsoft.com/office/powerpoint/2010/main" val="1346342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9E5A0-72EE-43E9-A4B6-F629162B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EARLY-SIGNAL RADAR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7801B-DC28-4054-B4EC-2B100EF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Show collectors what to do next—not just what already sold out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f2662f3cd48be"/>
          <a:srcRect xmlns:a="http://schemas.openxmlformats.org/drawingml/2006/main" l="0" t="22569" r="0" b="2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00150"/>
            <a:ext cx="1097280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B16A-203A-44CA-93B5-16090A4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BEFEA-D3B0-4FBA-BA22-3783800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31DFF-0C0C-4A1F-9C10-D381982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Filter by watch stage and sort by the closest estimated action date.</a:t>
            </a:r>
          </a:p>
        </p:txBody>
      </p:sp>
    </p:spTree>
    <p:extLst>
      <p:ext uri="{BB962C8B-B14F-4D97-AF65-F5344CB8AC3E}">
        <p14:creationId xmlns:p14="http://schemas.microsoft.com/office/powerpoint/2010/main" val="1045573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037E9-CEB9-428A-A3E1-69F3D07F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GPT-5.6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31CAF-4612-4307-B37C-6AE81A5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The model explains the window; it does not invent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FC595-E150-4704-9830-94F27CAE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810000" cy="40957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A988B-95BB-440B-9E70-849B52F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C3F51-C12D-4CA2-8AB7-76618B2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81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Connectors discover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98488-EC7B-48BF-BEF3-8EC901A8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DD4A-4BC1-49D9-9F92-61C67C5F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90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GPT compares dated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D04AC-2855-4706-9BB9-1936043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6FAD9-E982-4FC3-BEC4-05A2D25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The UI labels the result as an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2049A-093C-478C-B366-F2D03ED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65157"/>
                </a:solidFill>
              </a:defRPr>
            </a:pPr>
            <a:r>
              <a:rPr sz="1350">
                <a:solidFill>
                  <a:srgbClr val="365157"/>
                </a:solidFill>
              </a:rPr>
              <a:t>Official dates always remain separate.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c5e74f0e34b27"/>
          <a:srcRect xmlns:a="http://schemas.openxmlformats.org/drawingml/2006/main" l="0" t="1955" r="0" b="1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314450"/>
            <a:ext cx="68199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5C294-EFDB-4187-8345-319A12E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4679C-2C88-4CFF-8034-058C833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6EDD9-F3A5-47C1-B39C-265FF719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GPT reasons over supplied evidence; deterministic code validates the result.</a:t>
            </a:r>
          </a:p>
        </p:txBody>
      </p:sp>
    </p:spTree>
    <p:extLst>
      <p:ext uri="{BB962C8B-B14F-4D97-AF65-F5344CB8AC3E}">
        <p14:creationId xmlns:p14="http://schemas.microsoft.com/office/powerpoint/2010/main" val="178269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646C5-11FD-44B3-A7E9-477CC967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DETERMINISTIC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D4CBA-1D6F-4143-A644-5B47CF14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Canadian evidence controls Canadian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B740-0679-44CB-8EC3-0258203E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9CF4E-5F39-4BC7-8F8D-2512FAF2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516F1-89C4-47CE-B0F0-4659A76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DBFC2-3E64-4E7B-B4AC-06CCBEC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092D4-FA62-4BF8-B97E-86792FAB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B9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5C891-692E-4A32-9492-E9408EC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PRODUCT</a:t>
            </a:r>
          </a:p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CONFIRMED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C87F-3CB5-4840-89A9-AA547B4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D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7055-D05D-4613-A19E-837730A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14660-A0A1-4401-AF65-E94C822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8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C20C0-0C39-444D-AB01-273BCDE4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LIVE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95240-06D0-4B50-932C-FEAA4DA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D1205-E198-4693-9193-85E0299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SOLD 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E2F3E-DFA1-4E2F-97FC-4DD5EF6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E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391F6-5F17-481E-AB22-2610A187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RESTOCK WATCH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49B1E-765C-4EE1-B346-D022997F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971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D7F70-552D-42A6-8A5E-805CB8E8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906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E"/>
                </a:solidFill>
              </a:defRPr>
            </a:pPr>
            <a:r>
              <a:rPr sz="1575" b="1">
                <a:solidFill>
                  <a:srgbClr val="102A2E"/>
                </a:solidFill>
              </a:rPr>
              <a:t>Global availability can add context—but only Canadian evidence can trigger Live now or Sold out. Restock watch requires an explicit dated restock announcement.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AC982-D12F-43BD-BCD9-41D85615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888E5-CC79-4B01-8878-044AE425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54FBD-C9E4-4A01-A1A9-B94DD5E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Weaker global evidence can never overwrite a stronger Canadian state.</a:t>
            </a:r>
          </a:p>
        </p:txBody>
      </p:sp>
    </p:spTree>
    <p:extLst>
      <p:ext uri="{BB962C8B-B14F-4D97-AF65-F5344CB8AC3E}">
        <p14:creationId xmlns:p14="http://schemas.microsoft.com/office/powerpoint/2010/main" val="760890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5A6AA-F2EF-46FF-B001-E6A02BD5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RELEASE RADAR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ABC7F-1F19-436E-B7BF-5344CC3F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Completed opportunities remain useful as dated history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ddf0d651d460e"/>
          <a:srcRect xmlns:a="http://schemas.openxmlformats.org/drawingml/2006/main" l="0" t="27299" r="0" b="27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00150"/>
            <a:ext cx="1097280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C9E0A-8FC5-49E8-AA80-F99E909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9A7B6-1BAE-4E8A-BA8D-6D9ED1A7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222F0-A547-4A65-A367-DE24C47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First seen, price, official release, source, and last check stay visible.</a:t>
            </a:r>
          </a:p>
        </p:txBody>
      </p:sp>
    </p:spTree>
    <p:extLst>
      <p:ext uri="{BB962C8B-B14F-4D97-AF65-F5344CB8AC3E}">
        <p14:creationId xmlns:p14="http://schemas.microsoft.com/office/powerpoint/2010/main" val="1718621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766A9-BB86-489F-AF32-C793798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FRESHNESS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C382-8705-4675-8266-18267A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A launch notice is not proof that stock is still live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fcd221e5e4b2c"/>
          <a:srcRect xmlns:a="http://schemas.openxmlformats.org/drawingml/2006/main" l="0" t="11431" r="0" b="11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527685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E426-8308-43B2-930D-3D27E2C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D5A53"/>
                </a:solidFill>
              </a:defRPr>
            </a:pPr>
            <a:r>
              <a:rPr sz="2700" b="1">
                <a:solidFill>
                  <a:srgbClr val="ED5A53"/>
                </a:solidFill>
              </a:rPr>
              <a:t>JULY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B5408-8C9E-4896-8B1A-AC7B7FB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Walmart’s launch notice confirmed limited Canadian inventory.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3B121-3510-4B8C-A257-A79DB62E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D5A53"/>
                </a:solidFill>
              </a:defRPr>
            </a:pPr>
            <a:r>
              <a:rPr sz="2700" b="1">
                <a:solidFill>
                  <a:srgbClr val="ED5A53"/>
                </a:solidFill>
              </a:rPr>
              <a:t>JULY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A9098-D9B5-4614-94A4-58172E67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The opportunity was reported sold out, so the record moved out of Early-signal radar.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783E9-36A5-43CA-8831-204929D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90615-7BF2-4AAA-BFDD-E2814303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51572-591E-4B2D-AC8C-98A1906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Availability is always a dated observation—not a permanent guarantee.</a:t>
            </a:r>
          </a:p>
        </p:txBody>
      </p:sp>
    </p:spTree>
    <p:extLst>
      <p:ext uri="{BB962C8B-B14F-4D97-AF65-F5344CB8AC3E}">
        <p14:creationId xmlns:p14="http://schemas.microsoft.com/office/powerpoint/2010/main" val="620589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694CB-28FD-4298-B7EF-F80754EA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74B"/>
                </a:solidFill>
              </a:defRPr>
            </a:pPr>
            <a:r>
              <a:rPr sz="975" b="1">
                <a:solidFill>
                  <a:srgbClr val="FFD74B"/>
                </a:solidFill>
              </a:rPr>
              <a:t>RESPONSIBLE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F69A-7F78-4459-BEB9-CBF623E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Useful alerts without purchase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EC0CF-C99A-4175-B6BC-128C5030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4E27E-26DB-47EF-9005-0F31E04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4BE86-EEA3-4776-9162-0C33E7CD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PUBLIC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4A27-59C0-4164-90E2-6FA4C75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Every claim links to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47321-4CBD-4826-9A35-262423C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C4043-4B93-433E-8175-E69F2E1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9E720-7C84-4EB5-97D7-4F5FE1A6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NO QUEUE BYPASS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5B589-44E8-449F-9BD5-D6FBD792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No bots and no automated buying.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02629-0C5B-4E09-9024-E8D84AF8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D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BCDC8-0EC0-4827-AB77-311E585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8E3F1-88B6-40B7-A3EF-3B665B1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ZERO HOSTED API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1B16D-AD4B-46E2-A778-93C33CC7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GitHub Actions receives no OpenAI key.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DC375-CA0C-4D70-B9EF-B936D669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Local GPT remains optional and cached to avoid repeated calls.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A1CBF-253D-4F40-AFC3-6668F34C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0EC1D-C9FE-4838-A85A-22892AE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No API key, secret value, or personal browser content appears in this demo.</a:t>
            </a:r>
          </a:p>
        </p:txBody>
      </p:sp>
    </p:spTree>
    <p:extLst>
      <p:ext uri="{BB962C8B-B14F-4D97-AF65-F5344CB8AC3E}">
        <p14:creationId xmlns:p14="http://schemas.microsoft.com/office/powerpoint/2010/main" val="878208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62B4D-03C5-4C6C-B855-09A107DD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8580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5A53"/>
          </a:solidFill>
          <a:ln xmlns:a="http://schemas.openxmlformats.org/drawingml/2006/main" w="95250">
            <a:solidFill>
              <a:srgbClr val="102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2BC7-DB83-4835-A83B-2812F7B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049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7FF8-32FE-47BE-A162-BCC625E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66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0">
            <a:solidFill>
              <a:srgbClr val="102A2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33659-55FE-4385-8C4A-BE706C83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02A2E"/>
                </a:solidFill>
              </a:defRPr>
            </a:pPr>
            <a:r>
              <a:rPr sz="4350" b="1">
                <a:solidFill>
                  <a:srgbClr val="102A2E"/>
                </a:solidFill>
              </a:rPr>
              <a:t>PokéStock Canada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5700C-91A5-4BDF-9A40-8C2CF7FB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Earlier signals. Clear evidence. A fairer chance to collect.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09FED-2230-4166-8433-57646187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D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0A19-8EDF-41D9-9F4A-0020747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hansun103.github.io/pokestock-canada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F15F9-F8E1-43CC-802F-C1BE5D9D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65157"/>
                </a:solidFill>
              </a:defRPr>
            </a:pPr>
            <a:r>
              <a:rPr sz="1425">
                <a:solidFill>
                  <a:srgbClr val="365157"/>
                </a:solidFill>
              </a:rPr>
              <a:t>Source-linked release intelligence for Canadian Pokémon TCG collectors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770D7-FEEC-48DD-8523-B11BF1C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solidFill>
              <a:srgbClr val="102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36D4A-3DE8-40B3-9AB8-333DB7E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B"/>
          </a:solidFill>
          <a:ln xmlns:a="http://schemas.openxmlformats.org/drawingml/2006/main" w="0">
            <a:solidFill>
              <a:srgbClr val="FFD7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72D1E-8940-4329-9CAF-256DDD53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052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Prepare, watch, and verify before buying.</a:t>
            </a:r>
          </a:p>
        </p:txBody>
      </p:sp>
    </p:spTree>
    <p:extLst>
      <p:ext uri="{BB962C8B-B14F-4D97-AF65-F5344CB8AC3E}">
        <p14:creationId xmlns:p14="http://schemas.microsoft.com/office/powerpoint/2010/main" val="1173203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2026-07-18T18:54:50.7960000Z</dcterms:created>
  <dcterms:modified xsi:type="dcterms:W3CDTF">2026-07-18T18:54:50.7960000Z</dcterms:modified>
</coreProperties>
</file>